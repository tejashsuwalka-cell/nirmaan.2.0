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hsuwalka@gmail.com" userId="af6582fc477f296e" providerId="LiveId" clId="{8B0EF6AE-3CF4-4EDB-AE12-5A19E368A83B}"/>
    <pc:docChg chg="modSld">
      <pc:chgData name="tejashsuwalka@gmail.com" userId="af6582fc477f296e" providerId="LiveId" clId="{8B0EF6AE-3CF4-4EDB-AE12-5A19E368A83B}" dt="2026-09-24T07:19:06.965" v="4" actId="14100"/>
      <pc:docMkLst>
        <pc:docMk/>
      </pc:docMkLst>
      <pc:sldChg chg="modSp mod">
        <pc:chgData name="tejashsuwalka@gmail.com" userId="af6582fc477f296e" providerId="LiveId" clId="{8B0EF6AE-3CF4-4EDB-AE12-5A19E368A83B}" dt="2026-09-24T07:19:06.965" v="4" actId="14100"/>
        <pc:sldMkLst>
          <pc:docMk/>
          <pc:sldMk cId="0" sldId="256"/>
        </pc:sldMkLst>
        <pc:spChg chg="mod">
          <ac:chgData name="tejashsuwalka@gmail.com" userId="af6582fc477f296e" providerId="LiveId" clId="{8B0EF6AE-3CF4-4EDB-AE12-5A19E368A83B}" dt="2026-09-24T07:18:28.871" v="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tejashsuwalka@gmail.com" userId="af6582fc477f296e" providerId="LiveId" clId="{8B0EF6AE-3CF4-4EDB-AE12-5A19E368A83B}" dt="2026-09-24T07:19:06.965" v="4" actId="14100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9728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188720"/>
            <a:ext cx="25603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ARCHITECTURE &amp; CAD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6637586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rPr dirty="0"/>
              <a:t>NIRMAAN</a:t>
            </a:r>
          </a:p>
          <a:p>
            <a:pPr>
              <a:defRPr sz="2000" b="1">
                <a:solidFill>
                  <a:srgbClr val="6366F1"/>
                </a:solidFill>
              </a:defRPr>
            </a:pPr>
            <a:r>
              <a:rPr dirty="0"/>
              <a:t>Blueprint to 2D/3D Real-time Design Editor &amp; Layout Auditor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0"/>
            <a:ext cx="12081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rPr dirty="0"/>
              <a:t>A complete modern full-stack web CAD solution combining precision 2D floor planning, interactive Three.js 3D spatial rendering, and automated compliance auditing.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97680"/>
            <a:ext cx="24688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🎨 2D Drafting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HTML5 Canvas CAD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4297680"/>
            <a:ext cx="24688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🧊 3D WebGL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Three.js Spatial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297680"/>
            <a:ext cx="24688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⚡ FastAPI Async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High-speed Python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4297680"/>
            <a:ext cx="24688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🛡️ Audit Engine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Rule-based Layout Scoring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Full-Stack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How data flows seamlessly from browser canvas to async backend and reactive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LAYER 01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CLIENT TIER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React 19 + Three.js</a:t>
            </a:r>
          </a:p>
          <a:p>
            <a:endParaRPr/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Vite 8 Ultra-fast Dev Server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HTML5 Canvas 2D Vector CAD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Three.js 3D Extrusion &amp; Mesh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Zustand State &amp; TailwindCSS v4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375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LAYER 02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API &amp; LOGIC TIER</a:t>
            </a:r>
          </a:p>
          <a:p>
            <a:pPr>
              <a:defRPr sz="1300" b="1">
                <a:solidFill>
                  <a:srgbClr val="6366F1"/>
                </a:solidFill>
              </a:defRPr>
            </a:pPr>
            <a:r>
              <a:t>FastAPI + Uvicorn</a:t>
            </a:r>
          </a:p>
          <a:p>
            <a:endParaRPr/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Asynchronous Non-blocking IO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Pydantic v2 Schema Validation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JWT Token Bearer Authentication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Deterministic Layout Audit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375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LAYER 03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DATABASE TIER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MongoDB + Motor</a:t>
            </a:r>
          </a:p>
          <a:p>
            <a:endParaRPr/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Motor Async Python Driver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Optimized Unique Email Indexes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Fast Project Lookups via owner_id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SSL/TLS Certifi Cloud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VISUAL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Dual-Engine Interactive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Synchronized 2D architectural drafting with real-time 3D spatial viewport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📐 2D Precision Drafting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HTML5 Canvas Custom CAD Pipeline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Snap-to-Grid &amp; Alignment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Vector mathematical snapping for millimeter-accurate wall joints.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Interactive Drawing Tools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Real-time wall generation, door inserts, and window placements.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Infinite Pan &amp; Zoom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Dynamic matrix coordinate transformation for complex layouts.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Zero Overhead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Hardware accelerated 2D context rendering without bloated CAD libraries.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🧊 3D WebGL Spatial Viewport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Three.js Mesh Extrusion Engine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Real-Time Wall Extrusion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Automatically elevates 2D coordinate vectors into 3D solid wall geometries.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Dynamic Studio Lighting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Ambient &amp; directional light sources providing depth and realistic drop shadows.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Free Orbit &amp; Camera Controls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Perspective camera with 360° pan, pitch, and distance controls.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Texture &amp; Surface Materials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Realistic floor planes, material shaders, and architectural textures.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INTELLIGENCE &amp;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Automated Blueprint Audit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Sub-millisecond rule-based compliance scoring checking architectural feasibility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4A3B8"/>
                </a:solidFill>
              </a:defRPr>
            </a:pPr>
            <a:r>
              <a:t>Base Score</a:t>
            </a:r>
          </a:p>
          <a:p>
            <a:pPr>
              <a:defRPr sz="2800" b="1">
                <a:solidFill>
                  <a:srgbClr val="06B6D4"/>
                </a:solidFill>
              </a:defRPr>
            </a:pPr>
            <a:r>
              <a:t>100 Pts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Initial pristine blueprint assessment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4A3B8"/>
                </a:solidFill>
              </a:defRPr>
            </a:pPr>
            <a:r>
              <a:t>Perimeter Check</a:t>
            </a:r>
          </a:p>
          <a:p>
            <a:pPr>
              <a:defRPr sz="2800" b="1">
                <a:solidFill>
                  <a:srgbClr val="F59E0B"/>
                </a:solidFill>
              </a:defRPr>
            </a:pPr>
            <a:r>
              <a:t>-25 Pts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Requires &gt;= 4 walls for complete room enclosure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46888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4A3B8"/>
                </a:solidFill>
              </a:defRPr>
            </a:pPr>
            <a:r>
              <a:t>Door Accessibility</a:t>
            </a:r>
          </a:p>
          <a:p>
            <a:pPr>
              <a:defRPr sz="2800" b="1">
                <a:solidFill>
                  <a:srgbClr val="A855F7"/>
                </a:solidFill>
              </a:defRPr>
            </a:pPr>
            <a:r>
              <a:t>-25 Pts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Requires entry door to guarantee safe human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011680"/>
            <a:ext cx="246888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94A3B8"/>
                </a:solidFill>
              </a:defRPr>
            </a:pPr>
            <a:r>
              <a:t>Light &amp; Ventilation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-15 Pts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Penalizes zero windows; rewards natural daylight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⚡ Backend Execution Highlights (FastAPI Core)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Deterministic &amp; Zero I/O: Calculates validation results in microseconds in-memory without blocking external calls.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Instant Feedback: Live score bar (0-100), warnings, architectural suggestions, and safety tips returned instantaneously.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Pydantic v2 Type Safety: Strict schema validation ensures blueprint wall/door coordinates conform before ingestion.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CLOUD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 Persistence &amp; Enterprise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Robust asynchronous MongoDB document store backed by industry-standard JWT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🔐 Identity &amp; Security Pipeline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OAuth2 Password Bearer Flow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Stateless authorization header exchange compliant with modern RFC specs.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Cryptographic JWT Tokens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HS256 signature tokens managed via python-jose with strict expiry validation.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Bcrypt Password Hashing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Adaptive salted hashing via passlib preventing credential leaks.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Strict CORS Filtering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Whitelist regex guarding local dev ports and production origins against CSRF.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🍃 Reactive MongoDB Architecture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Motor Async Engine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Event-loop driven MongoDB driver preventing thread bottlenecks on concurrent design edits.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Auto-Indexing on Startup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Automatic creation of unique index on `email` and fast query index on `owner_id`.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Cloud Ready (TLS / Certifi)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Native support for MongoDB Atlas connection strings with certifi CA validation.</a:t>
            </a:r>
          </a:p>
          <a:p>
            <a:endParaRPr/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✔ Flexible JSON Blueprints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 NoSQL document schema effortlessly stores dynamic arrays of walls, doors &amp; windows.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Testing &amp; Verification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360-degree quality gates from automated browser workflows to async API suites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E2E BROWSER TESTING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Playwright Suite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Chromium E2E</a:t>
            </a:r>
          </a:p>
          <a:p>
            <a:endParaRPr/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Automated end-to-end browser tests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Full user registration &amp; login flows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Canvas click &amp; blueprint interaction tests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Trace recordings on first-retry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375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BACKEND API TESTING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Pytest 8 + HTTPX</a:t>
            </a:r>
          </a:p>
          <a:p>
            <a:pPr>
              <a:defRPr sz="1300" b="1">
                <a:solidFill>
                  <a:srgbClr val="6366F1"/>
                </a:solidFill>
              </a:defRPr>
            </a:pPr>
            <a:r>
              <a:t>Async ASGI Tests</a:t>
            </a:r>
          </a:p>
          <a:p>
            <a:endParaRPr/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In-memory ASGITransport test client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Comprehensive Auth + Project CRUD cycles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Audit engine scoring verification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Pytest-asyncio concurrent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375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STATIC CODE QUALITY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Oxlint Engine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Sub-second Lint</a:t>
            </a:r>
          </a:p>
          <a:p>
            <a:endParaRPr/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Next-gen Rust-powered JavaScript linter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Detects React hook anti-patterns instantly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Maintains strict code hygiene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 50x faster than legacy ESLint setups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753</Words>
  <Application>Microsoft Office PowerPoint</Application>
  <PresentationFormat>Widescreen</PresentationFormat>
  <Paragraphs>145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tejashsuwalka@gmail.com</cp:lastModifiedBy>
  <cp:revision>1</cp:revision>
  <dcterms:created xsi:type="dcterms:W3CDTF">2013-01-27T09:14:16Z</dcterms:created>
  <dcterms:modified xsi:type="dcterms:W3CDTF">2026-09-24T07:19:12Z</dcterms:modified>
  <cp:category/>
</cp:coreProperties>
</file>